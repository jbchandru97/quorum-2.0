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nimalist_q_emblem_with_orang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3312" y="749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QUORUM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87452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collaborative decision stack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AI-native product teams.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58368" y="3657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has made building dramatically faster. The bottleneck is moving to deciding what should be built — and why.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4754880"/>
            <a:ext cx="10881360" cy="0"/>
          </a:xfrm>
          <a:prstGeom prst="line">
            <a:avLst/>
          </a:prstGeom>
          <a:noFill/>
          <a:ln w="12700">
            <a:solidFill>
              <a:srgbClr val="D9D9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010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FAST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29968" y="49286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73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514600" y="5010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TOGETHER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98848" y="49286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73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010912" y="5010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 WITH CONTEXT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6080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 · Aug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000" dirty="0"/>
          </a:p>
        </p:txBody>
      </p:sp>
      <p:pic>
        <p:nvPicPr>
          <p:cNvPr id="3" name="Image 0" descr="/mnt/data/minimalist_q_emblem_with_orang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777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creation is becoming multiplayer.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66420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PMs prototype. Designers code. Engineers build with agents. Role boundaries are collapsing faster than collaboration workflows are adapting.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2880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73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04672" y="36758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developers use prompts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generate code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43616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2025 AI Report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867912" y="260604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32504" y="2880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032504" y="36758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PMs now 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prototyping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32504" y="43616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2025 Shifting Roles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095744" y="260604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0336" y="2880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72%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7260336" y="36758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 AI is the primary force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behind role shifts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60336" y="43616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2025 Shifting Roles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40080" y="51663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artifact is shifting from mockup → working software.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40080" y="55778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the decision process is still scattered around it.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6492240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Figma 2025 AI Report; Figma 2025 Shifting Roles Report.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pic>
        <p:nvPicPr>
          <p:cNvPr id="3" name="Image 0" descr="/mnt/data/minimalist_q_emblem_with_orang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777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got faster. Context got more fragmented.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920240"/>
            <a:ext cx="31089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201168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Slack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83080" y="20116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50392" y="2450592"/>
            <a:ext cx="31089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5420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47672" y="25420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85800" y="2980944"/>
            <a:ext cx="31089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30723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783080" y="307238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50392" y="3511296"/>
            <a:ext cx="3108960" cy="393192"/>
          </a:xfrm>
          <a:prstGeom prst="roundRect">
            <a:avLst>
              <a:gd name="adj" fmla="val 18605"/>
            </a:avLst>
          </a:prstGeom>
          <a:solidFill>
            <a:srgbClr val="FFF3EB"/>
          </a:solidFill>
          <a:ln w="12700">
            <a:solidFill>
              <a:srgbClr val="FA731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36027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947672" y="360273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actual UI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5800" y="4041648"/>
            <a:ext cx="31089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41330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chats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783080" y="413308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reasoning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50392" y="4572000"/>
            <a:ext cx="31089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46634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/ PR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947672" y="466344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60520" y="1828800"/>
            <a:ext cx="0" cy="3246120"/>
          </a:xfrm>
          <a:prstGeom prst="line">
            <a:avLst/>
          </a:prstGeom>
          <a:noFill/>
          <a:ln w="12700">
            <a:solidFill>
              <a:srgbClr val="D9D9D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192024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A73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71%</a:t>
            </a:r>
            <a:endParaRPr lang="en-US" sz="3700" dirty="0"/>
          </a:p>
        </p:txBody>
      </p:sp>
      <p:sp>
        <p:nvSpPr>
          <p:cNvPr id="25" name="Text 22"/>
          <p:cNvSpPr/>
          <p:nvPr/>
        </p:nvSpPr>
        <p:spPr>
          <a:xfrm>
            <a:off x="5989320" y="19751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 role shifts have forced them to use more tools.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663440" y="29077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7.6</a:t>
            </a:r>
            <a:endParaRPr lang="en-US" sz="3700" dirty="0"/>
          </a:p>
        </p:txBody>
      </p:sp>
      <p:sp>
        <p:nvSpPr>
          <p:cNvPr id="27" name="Text 24"/>
          <p:cNvSpPr/>
          <p:nvPr/>
        </p:nvSpPr>
        <p:spPr>
          <a:xfrm>
            <a:off x="5989320" y="2962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categories used by the average product builder.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663440" y="389534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25%</a:t>
            </a:r>
            <a:endParaRPr lang="en-US" sz="3700" dirty="0"/>
          </a:p>
        </p:txBody>
      </p:sp>
      <p:sp>
        <p:nvSpPr>
          <p:cNvPr id="29" name="Text 26"/>
          <p:cNvSpPr/>
          <p:nvPr/>
        </p:nvSpPr>
        <p:spPr>
          <a:xfrm>
            <a:off x="5989320" y="39502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team time is wasted just searching for answers.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617720" y="4983480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FFE4D2"/>
          </a:solidFill>
          <a:ln w="12700">
            <a:solidFill>
              <a:srgbClr val="FFE4D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28032" y="51846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AI chats make individuals faster — but they can make team reasoning even harder to see.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6492240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Figma 2025 Shifting Roles Report; Atlassian State of Teams 2025 (12,000 knowledge workers + 200 executives).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QUORUM</a:t>
            </a:r>
            <a:endParaRPr lang="en-US" sz="1000" dirty="0"/>
          </a:p>
        </p:txBody>
      </p:sp>
      <p:pic>
        <p:nvPicPr>
          <p:cNvPr id="3" name="Image 0" descr="/mnt/data/minimalist_q_emblem_with_orang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777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the running product into the shared decision surface.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62763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what you are discussing. Bring the right context into one multiplayer thread. Resolve it into action.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2743200"/>
            <a:ext cx="1234440" cy="123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2999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5528" y="33375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65960" y="3355848"/>
            <a:ext cx="960120" cy="0"/>
          </a:xfrm>
          <a:prstGeom prst="line">
            <a:avLst/>
          </a:prstGeom>
          <a:noFill/>
          <a:ln w="17780">
            <a:solidFill>
              <a:srgbClr val="FA7319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484632" y="41330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element / region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71800" y="2743200"/>
            <a:ext cx="1234440" cy="123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64992" y="2999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081528" y="33375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51960" y="3355848"/>
            <a:ext cx="960120" cy="0"/>
          </a:xfrm>
          <a:prstGeom prst="line">
            <a:avLst/>
          </a:prstGeom>
          <a:noFill/>
          <a:ln w="17780">
            <a:solidFill>
              <a:srgbClr val="FA7319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2770632" y="41330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· docs · data · web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257800" y="2743200"/>
            <a:ext cx="1234440" cy="1234440"/>
          </a:xfrm>
          <a:prstGeom prst="ellipse">
            <a:avLst/>
          </a:prstGeom>
          <a:solidFill>
            <a:srgbClr val="FFE4D2"/>
          </a:solidFill>
          <a:ln w="19050">
            <a:solidFill>
              <a:srgbClr val="FA731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2999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367528" y="33375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537960" y="3355848"/>
            <a:ext cx="960120" cy="0"/>
          </a:xfrm>
          <a:prstGeom prst="line">
            <a:avLst/>
          </a:prstGeom>
          <a:noFill/>
          <a:ln w="17780">
            <a:solidFill>
              <a:srgbClr val="FA7319"/>
            </a:solidFill>
            <a:prstDash val="solid"/>
            <a:headEnd type="none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5056632" y="41330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 · Design · Eng · AI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543800" y="2743200"/>
            <a:ext cx="1234440" cy="123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36992" y="2999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653528" y="33375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823960" y="3355848"/>
            <a:ext cx="960120" cy="0"/>
          </a:xfrm>
          <a:prstGeom prst="line">
            <a:avLst/>
          </a:prstGeom>
          <a:noFill/>
          <a:ln w="17780">
            <a:solidFill>
              <a:srgbClr val="FA7319"/>
            </a:solidFill>
            <a:prstDash val="solid"/>
            <a:headEnd type="none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7342632" y="41330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or add action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829800" y="2743200"/>
            <a:ext cx="1234440" cy="123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22992" y="29992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939528" y="33375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28632" y="41330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 to coding agent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13232" y="5074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context stack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85800" y="5440680"/>
            <a:ext cx="1645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5528" y="555040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CODEBASE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459736" y="5440680"/>
            <a:ext cx="16002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69464" y="5550408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87952" y="5440680"/>
            <a:ext cx="15544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97680" y="5550408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870448" y="5440680"/>
            <a:ext cx="1508760" cy="493776"/>
          </a:xfrm>
          <a:prstGeom prst="roundRect">
            <a:avLst>
              <a:gd name="adj" fmla="val 14815"/>
            </a:avLst>
          </a:prstGeom>
          <a:solidFill>
            <a:srgbClr val="FFF3EB"/>
          </a:solidFill>
          <a:ln w="12700">
            <a:solidFill>
              <a:srgbClr val="FA731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80176" y="5550408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507224" y="5440680"/>
            <a:ext cx="1417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616952" y="5550408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40080" y="6492240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validation: Vercel enables real-time comments directly on Preview Deployments; preview commenting is enabled by default on new projects.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000" dirty="0"/>
          </a:p>
        </p:txBody>
      </p:sp>
      <p:pic>
        <p:nvPicPr>
          <p:cNvPr id="3" name="Image 0" descr="/mnt/data/minimalist_q_emblem_with_orang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777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review. Three teammates. One shared context.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6184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We’ll review an existing coded finance prototype with Quorum layered on top.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94944" y="2350008"/>
            <a:ext cx="256032" cy="2560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171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606040"/>
            <a:ext cx="0" cy="448056"/>
          </a:xfrm>
          <a:prstGeom prst="line">
            <a:avLst/>
          </a:prstGeom>
          <a:noFill/>
          <a:ln w="12700">
            <a:solidFill>
              <a:srgbClr val="D9D9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23317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40280" y="231343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Selects an element and asks “why?”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39712" y="23134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context answers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4944" y="2990088"/>
            <a:ext cx="256032" cy="2560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17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246120"/>
            <a:ext cx="0" cy="448056"/>
          </a:xfrm>
          <a:prstGeom prst="line">
            <a:avLst/>
          </a:prstGeom>
          <a:noFill/>
          <a:ln w="12700">
            <a:solidFill>
              <a:srgbClr val="D9D9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29718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240280" y="295351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against team principles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839712" y="2953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knowledge grounds the review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" y="3630168"/>
            <a:ext cx="256032" cy="2560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17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3886200"/>
            <a:ext cx="0" cy="448056"/>
          </a:xfrm>
          <a:prstGeom prst="line">
            <a:avLst/>
          </a:prstGeom>
          <a:noFill/>
          <a:ln w="12700">
            <a:solidFill>
              <a:srgbClr val="D9D9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36118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240280" y="359359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what the agent cannot know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839712" y="3593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Reply appears live through Convex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4944" y="4270248"/>
            <a:ext cx="256032" cy="256032"/>
          </a:xfrm>
          <a:prstGeom prst="ellipse">
            <a:avLst/>
          </a:prstGeom>
          <a:solidFill>
            <a:srgbClr val="FA7319"/>
          </a:solidFill>
          <a:ln w="15240">
            <a:solidFill>
              <a:srgbClr val="FA731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526280"/>
            <a:ext cx="0" cy="448056"/>
          </a:xfrm>
          <a:prstGeom prst="line">
            <a:avLst/>
          </a:prstGeom>
          <a:noFill/>
          <a:ln w="12700">
            <a:solidFill>
              <a:srgbClr val="D9D9D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43000" y="42519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240280" y="42336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Pulls an external reference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839712" y="4233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Context.dev returns real web context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94944" y="4910328"/>
            <a:ext cx="256032" cy="2560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17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43000" y="48920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240280" y="487375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Scopes the change; PM adds release constraint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839712" y="48737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becomes an implementation-ready action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092440" y="5687568"/>
            <a:ext cx="3246120" cy="530352"/>
          </a:xfrm>
          <a:prstGeom prst="roundRect">
            <a:avLst>
              <a:gd name="adj" fmla="val 1724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21040" y="58521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LIVE PROTOTYPE  ↗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183880" y="629107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replace with final Quorum demo URL ]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000" dirty="0"/>
          </a:p>
        </p:txBody>
      </p:sp>
      <p:pic>
        <p:nvPicPr>
          <p:cNvPr id="3" name="Image 0" descr="/mnt/data/minimalist_q_emblem_with_orang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7772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feedback to action — without losing the why.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2057400"/>
            <a:ext cx="27432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" y="23042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0392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 CONTEXT LOSS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" y="3182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stays attached to the actual product, instead of disappearing into Slack, docs, or private AI chats.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3977640" y="2057400"/>
            <a:ext cx="27432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42232" y="23042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42232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DECISIONS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142232" y="3182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evidence — code, playbooks, analytics, web context, teammates — arrives inside the discussion.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7269480" y="2057400"/>
            <a:ext cx="27432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34072" y="23042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34072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HANDOFF TO AI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34072" y="3182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 threads become structured actions with target, rationale, constraints, and acceptance context.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85800" y="4800600"/>
            <a:ext cx="9509760" cy="0"/>
          </a:xfrm>
          <a:prstGeom prst="line">
            <a:avLst/>
          </a:prstGeom>
          <a:noFill/>
          <a:ln w="12700">
            <a:solidFill>
              <a:srgbClr val="D9D9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519379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everyone can build, deciding what to build becomes the bottleneck.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685800" y="596188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3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Quorum makes that decision process multiplayer, grounded, and actionable.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Quorum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Quorum — Collaborative decision stack for AI-native product teams</dc:title>
  <dc:subject>Quorum hackathon pitch</dc:subject>
  <dc:creator>OpenAI</dc:creator>
  <cp:lastModifiedBy>OpenAI</cp:lastModifiedBy>
  <cp:revision>1</cp:revision>
  <dcterms:created xsi:type="dcterms:W3CDTF">2026-08-29T17:10:34Z</dcterms:created>
  <dcterms:modified xsi:type="dcterms:W3CDTF">2026-08-29T17:10:34Z</dcterms:modified>
</cp:coreProperties>
</file>